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CONTENT SPHERE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0B981"/>
                </a:solidFill>
              </a:defRPr>
            </a:pPr>
            <a:r>
              <a:t>Enterprise-Grade Content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EXPLORE. CREATE. CONNECT.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Developed by: Bikash Kushwaha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GitHub: @BikashCoder31  |  LinkedIn: /in/kushwahabikash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Managing content across teams is chaotic without proper access control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Most CMS platforms are either too simple or overly complex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Lack of granular permissions leads to security vulnerabilities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No unified platform for content creation, media management, and publishing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Existing solutions are expensive and not customizable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Content Sphere Hub - A Modern, Full-Stack 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Role-Based Access Control with 75 granular permissions</a:t>
            </a:r>
          </a:p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6 predefined roles: Super Admin, Admin, Editor, Author, Contributor, Viewer</a:t>
            </a:r>
          </a:p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Modern TipTap rich text editor with real-time collaboration</a:t>
            </a:r>
          </a:p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Integrated media library with folder organization</a:t>
            </a:r>
          </a:p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Beautiful dark mode UI with responsive design</a:t>
            </a:r>
          </a:p>
          <a:p>
            <a:pPr>
              <a:spcAft>
                <a:spcPts val="1200"/>
              </a:spcAft>
              <a:defRPr sz="2200">
                <a:solidFill>
                  <a:srgbClr val="9CA3AF"/>
                </a:solidFill>
              </a:defRPr>
            </a:pPr>
            <a:r>
              <a:t>• Open-source and fully customizable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75 permissions, 6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TipTap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Rich text with media 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Media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Images, docs, videos, 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Analytics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Charts, stats, activity feed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7472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Dark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System preference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474720"/>
            <a:ext cx="347472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Docker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One-click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React 18 + TypeScript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Redux Toolkit &amp; RTK Query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TailwindCSS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TipTap Editor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Recharts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Lucide Icons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Node.js 22 + Express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MongoDB + Mongoose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JWT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Zod Validation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Multer (File uploads)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bcrypt (Password hashing)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t>DevOps &amp;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pnpm Workspaces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Docker &amp; Docker Compose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Vite (Build tool)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ESLint + Prettier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Git &amp; GitHub</a:t>
            </a:r>
          </a:p>
          <a:p>
            <a:pPr>
              <a:spcAft>
                <a:spcPts val="1200"/>
              </a:spcAft>
              <a:defRPr sz="1800">
                <a:solidFill>
                  <a:srgbClr val="9CA3AF"/>
                </a:solidFill>
              </a:defRPr>
            </a:pPr>
            <a:r>
              <a:t>• Monorepo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3716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🖥️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React SPA</a:t>
            </a:r>
            <a:br/>
            <a:r>
              <a:t>TailwindCSS</a:t>
            </a:r>
            <a:br/>
            <a:r>
              <a:t>Redux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13716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🔌 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Express.js</a:t>
            </a:r>
            <a:br/>
            <a:r>
              <a:t>JWT Auth</a:t>
            </a:r>
            <a:br/>
            <a:r>
              <a:t>Zod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560320" cy="13716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🗄️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MongoDB</a:t>
            </a:r>
            <a:br/>
            <a:r>
              <a:t>Mongoose ODM</a:t>
            </a:r>
            <a:br/>
            <a:r>
              <a:t>Indexed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645920"/>
            <a:ext cx="2286000" cy="13716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📦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Local / S3</a:t>
            </a:r>
            <a:br/>
            <a:r>
              <a:t>Cloudinary</a:t>
            </a:r>
            <a:br/>
            <a:r>
              <a:t>Media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657600"/>
            <a:ext cx="4114800" cy="109728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📦 Shared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TypeScript Types • Zod Schemas • Constants • Utilities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6 Roles  •  75 Permissions  •  15 Resource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👑  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Full system access with all permissions (*)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🔧 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Manage users, content, settings, and configurations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✏️  Editor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Edit, publish, and manage all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📝  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Create and manage own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📋  Contributor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Create content but cannot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👁️  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Read-only access to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solidFill>
            <a:srgbClr val="37415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📸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Modern dark theme with animated sphere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2103120"/>
          </a:xfrm>
          <a:prstGeom prst="rect">
            <a:avLst/>
          </a:prstGeom>
          <a:solidFill>
            <a:srgbClr val="37415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📸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Analytics, charts, quick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029200" cy="2103120"/>
          </a:xfrm>
          <a:prstGeom prst="rect">
            <a:avLst/>
          </a:prstGeom>
          <a:solidFill>
            <a:srgbClr val="37415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📸 Content 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TipTap rich text editor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029200" cy="2103120"/>
          </a:xfrm>
          <a:prstGeom prst="rect">
            <a:avLst/>
          </a:prstGeom>
          <a:solidFill>
            <a:srgbClr val="37415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📸 Media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File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See /docs/screenshots/ for full images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Project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75+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15+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React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931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Development Sprints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200400" cy="18288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Packages (Monorepo)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🔄  Real-time Collaboration (WebSockets)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🔍  Full-text Search with Elasticsearch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📧  Email Notifications (SendGrid/SES)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🌐  Multi-language Support (i18n)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📱  Mobile App (React Native)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🤖  AI Content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📈  Advanced Analytics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🔗  Third-party Integrations (Slack, Discord)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Clone the repository</a:t>
            </a:r>
          </a:p>
          <a:p>
            <a:pPr>
              <a:defRPr sz="1600">
                <a:solidFill>
                  <a:srgbClr val="06B6D4"/>
                </a:solidFill>
                <a:latin typeface="Consolas"/>
              </a:defRPr>
            </a:pPr>
            <a:r>
              <a:t>   git clone https://github.com/BikashCoder31/content-sphere-hub.git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2. Install dependencies</a:t>
            </a:r>
          </a:p>
          <a:p>
            <a:pPr>
              <a:defRPr sz="1600">
                <a:solidFill>
                  <a:srgbClr val="06B6D4"/>
                </a:solidFill>
                <a:latin typeface="Consolas"/>
              </a:defRPr>
            </a:pPr>
            <a:r>
              <a:t>   pnpm install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3. Set up environment variables</a:t>
            </a:r>
          </a:p>
          <a:p>
            <a:pPr>
              <a:defRPr sz="1600">
                <a:solidFill>
                  <a:srgbClr val="06B6D4"/>
                </a:solidFill>
                <a:latin typeface="Consolas"/>
              </a:defRPr>
            </a:pPr>
            <a:r>
              <a:t>   cp .env.example .env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4. Seed the database</a:t>
            </a:r>
          </a:p>
          <a:p>
            <a:pPr>
              <a:defRPr sz="1600">
                <a:solidFill>
                  <a:srgbClr val="06B6D4"/>
                </a:solidFill>
                <a:latin typeface="Consolas"/>
              </a:defRPr>
            </a:pPr>
            <a:r>
              <a:t>   cd packages/backend &amp;&amp; pnpm seed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5. Start development servers</a:t>
            </a:r>
          </a:p>
          <a:p>
            <a:pPr>
              <a:defRPr sz="1600">
                <a:solidFill>
                  <a:srgbClr val="06B6D4"/>
                </a:solidFill>
                <a:latin typeface="Consolas"/>
              </a:defRPr>
            </a:pPr>
            <a:r>
              <a:t>   pnpm dev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Content Sphere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Enterprise-Grade Content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🔗 GitHub: github.com/BikashCoder31/content-sphere-hub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💼 LinkedIn: linkedin.com/in/kushwahabikash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</a:defRPr>
            </a:pPr>
            <a:r>
              <a:t>⭐ Star the repo if you found it useful!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